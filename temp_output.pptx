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today face a critical challenge: leveraging AI-driven solutions to stay competitive without breaking the bank.</a:t>
            </a:r>
          </a:p>
          <a:p>
            <a:r>
              <a:t>Implementing and maintaining these solutions can be costly, time-consuming, and require significant technical expertise.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Introducing our AI SaaS platform: a scalable, secure, and user-friendly solution for businesses to unlock the power of AI without extensive technical knowledge.</a:t>
            </a:r>
          </a:p>
          <a:p>
            <a:r>
              <a:t>Our platform enables real-time insights generation, automated data processing, and customizable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data processing: Effortlessly process large datasets with our machine learning algorithms.</a:t>
            </a:r>
          </a:p>
          <a:p>
            <a:r>
              <a:t>Real-time insights generation: Gain valuable business intelligence in real-time to inform strategic decisions.</a:t>
            </a:r>
          </a:p>
          <a:p>
            <a:r>
              <a:t>Customizable dashboards: Tailor your analytics experience to meet your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global AI market is expected to reach $190 billion by 2025, with the SaaS segment growing at a CAGR of 30%.</a:t>
            </a:r>
          </a:p>
          <a:p>
            <a:r>
              <a:t>As businesses seek innovative ways to stay ahead of the competition, our solution fills a critical need in this rapidly expanding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Subscription-based model: Offered on a monthly or annual basis to fit your business needs.</a:t>
            </a:r>
          </a:p>
          <a:p>
            <a:r>
              <a:t>Tiered pricing structure: Choose from three levels of service based on your specific requirements and budget.</a:t>
            </a:r>
          </a:p>
          <a:p>
            <a:r>
              <a:t>Annual revenue growth projected at 50%: Our solution is poised for rapid expansion, providing investors with strong potential returns.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Q1-Q2: Platform development and testing</a:t>
            </a:r>
          </a:p>
          <a:p>
            <a:r>
              <a:t>H1-H2: Pilot program launch and customer acquisition</a:t>
            </a:r>
          </a:p>
          <a:p>
            <a:r>
              <a:t>H2-H3: Full-scale commercial launch and market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