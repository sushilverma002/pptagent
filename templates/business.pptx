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Defining the role of AI in healthcare</a:t>
            </a:r>
          </a:p>
          <a:p>
            <a:r>
              <a:t>Understanding its benefits and challenges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Diagnosis and treatment planning</a:t>
            </a:r>
          </a:p>
          <a:p>
            <a:r>
              <a:t>Patient engagement and care coordination</a:t>
            </a:r>
          </a:p>
          <a:p>
            <a:r>
              <a:t>Clinical decision support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Tools for Healthcare Professionals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processing (NLP) for clinical documentation</a:t>
            </a:r>
          </a:p>
          <a:p>
            <a:r>
              <a:t>Predictive analytics for patient risk stratification</a:t>
            </a:r>
          </a:p>
          <a:p>
            <a:r>
              <a:t>Image analysis for disease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 of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quality and availability issues</a:t>
            </a:r>
          </a:p>
          <a:p>
            <a:r>
              <a:t>Lack of transparency and explainability</a:t>
            </a:r>
          </a:p>
          <a:p>
            <a:r>
              <a:t>Potential biases and inaccuracies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electronic health records (EHRs)</a:t>
            </a:r>
          </a:p>
          <a:p>
            <a:r>
              <a:t>Personalized medicine and precision healthcare</a:t>
            </a:r>
          </a:p>
          <a:p>
            <a:r>
              <a:t>Advancements in computer vision and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